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1371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Trait Predictor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8288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Eye Color, Hair Color &amp; Ancestry Prediction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0" y="29260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0" y="2926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017520" y="29260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0" y="2926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0" y="29260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2926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29260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926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tkinter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2880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Beginners Build AI That Reads DNA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 &amp; Why It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0F8F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DNA = Data Hook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DNA is just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T, C, G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four letters repeating 3 billion times. Traits like eye color come from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SNPs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(single-letter differences). This project teaches students to find those differences and use AI to predict traits.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097280"/>
            <a:ext cx="38404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692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files + pandas = easy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846320" y="2194560"/>
            <a:ext cx="38404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23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692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classifiers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46320" y="3291840"/>
            <a:ext cx="38404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5204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928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Results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6692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shows predictions live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0" y="448056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4"/>
          <p:cNvSpPr/>
          <p:nvPr/>
        </p:nvSpPr>
        <p:spPr>
          <a:xfrm>
            <a:off x="0" y="4480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 required — just Python, public datasets &amp; curiosity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CSV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SNP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365760" cy="182880"/>
          </a:xfrm>
          <a:prstGeom prst="rightArrow">
            <a:avLst/>
          </a:prstGeom>
          <a:solidFill>
            <a:srgbClr val="2C3E5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3716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2103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SNPs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key markers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554480"/>
            <a:ext cx="365760" cy="182880"/>
          </a:xfrm>
          <a:prstGeom prst="rightArrow">
            <a:avLst/>
          </a:prstGeom>
          <a:solidFill>
            <a:srgbClr val="2C3E50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371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2103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ML classifiers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1554480"/>
            <a:ext cx="365760" cy="182880"/>
          </a:xfrm>
          <a:prstGeom prst="rightArrow">
            <a:avLst/>
          </a:prstGeom>
          <a:solidFill>
            <a:srgbClr val="2C3E50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37760" y="2103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Traits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Eye/Hair/Ancestry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1554480"/>
            <a:ext cx="365760" cy="182880"/>
          </a:xfrm>
          <a:prstGeom prst="rightArrow">
            <a:avLst/>
          </a:prstGeom>
          <a:solidFill>
            <a:srgbClr val="2C3E50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13716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GUI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interface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1554480"/>
            <a:ext cx="365760" cy="182880"/>
          </a:xfrm>
          <a:prstGeom prst="rightArrow">
            <a:avLst/>
          </a:prstGeom>
          <a:solidFill>
            <a:srgbClr val="2C3E50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1371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046720" y="2103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app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200400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39319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Component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47472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6-10 SNPs per trait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confidence scores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Learning Journey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256032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Basics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SNPs?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parsing with pandas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real genetic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011680" cy="256032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Training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101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eye color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2011680" cy="256032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Models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color classifier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 predictor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pipeline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188720"/>
            <a:ext cx="2011680" cy="256032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2376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GUI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basics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SNPs → predict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standalone app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605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023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Demo Day — Students present their working apps!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AI/ML Models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OpenSNP dataset (CSV)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Extract relevant SNPs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Split train/test (80/20)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Train Random Forest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Evaluate accuracy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Specifications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4114800" cy="640080"/>
          </a:xfrm>
          <a:prstGeom prst="rect">
            <a:avLst/>
          </a:prstGeom>
          <a:solidFill>
            <a:srgbClr val="F0F8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373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Color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SNPs from HERC2, OCA2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 blue/green/hazel/brown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37744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68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Color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69748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SNPs from MC1R, TYR, TYRP1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83464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 black/brown/blonde/red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108960"/>
            <a:ext cx="4114800" cy="640080"/>
          </a:xfrm>
          <a:prstGeom prst="rect">
            <a:avLst/>
          </a:prstGeom>
          <a:solidFill>
            <a:srgbClr val="F0F8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200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42900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SNPs from AIMS markers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56616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 EUR/AFR/EAS/SAS/AMR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Random Forest (100 trees, max_depth=10) — chosen for interpretability &amp; accuracy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Development: 4 Sprints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0F8F7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10-17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parser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 extraction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exploration scripts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554480"/>
          </a:xfrm>
          <a:prstGeom prst="rect">
            <a:avLst/>
          </a:prstGeom>
          <a:solidFill>
            <a:srgbClr val="F0F8F7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41148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09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18-25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color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468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pts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F0F8F7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41148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26-Apr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+ ancestry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114800" cy="1554480"/>
          </a:xfrm>
          <a:prstGeom prst="rect">
            <a:avLst/>
          </a:prstGeom>
          <a:solidFill>
            <a:srgbClr val="F0F8F7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17520"/>
            <a:ext cx="41148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092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3-7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GUI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packaging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4297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Students Walk Away With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Skills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CSV processing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GUI dev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I/O &amp; packaging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09728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184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Concepts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2900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SNPs &amp; genetic variation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inheritance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genetics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of DNA data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648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6364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GUI app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writeup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0" y="4206240"/>
            <a:ext cx="91440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8"/>
          <p:cNvSpPr/>
          <p:nvPr/>
        </p:nvSpPr>
        <p:spPr>
          <a:xfrm>
            <a:off x="0" y="4206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Week 5, students will have a deployable AI application they built from scratch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13716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It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256032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Trait Predictor starts March 10, 2026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560320" y="27432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lab or prior ML experience required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Weekly 2.5hr sessions (90min teach + 60min hands-on)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Build a working AI app in 4 weeks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54864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7947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4904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 NOW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Trait Predictor Workshop</dc:title>
  <dc:subject>PptxGenJS Presentation</dc:subject>
  <dc:creator>Biotech Club</dc:creator>
  <cp:lastModifiedBy>Biotech Club</cp:lastModifiedBy>
  <cp:revision>1</cp:revision>
  <dcterms:created xsi:type="dcterms:W3CDTF">2026-02-16T04:26:02Z</dcterms:created>
  <dcterms:modified xsi:type="dcterms:W3CDTF">2026-02-16T04:26:02Z</dcterms:modified>
</cp:coreProperties>
</file>