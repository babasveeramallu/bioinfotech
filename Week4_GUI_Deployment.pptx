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56032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Development &amp; Deployment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5603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3017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 tkinter GUI interface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input forms for SNP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predictions visually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Package as a standalone 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a GUI?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Command Line (Before)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predict.py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SNP rs12913832: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SNP rs1800407: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Brown eyes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463040"/>
          </a:xfrm>
          <a:prstGeom prst="rect">
            <a:avLst/>
          </a:prstGeom>
          <a:solidFill>
            <a:srgbClr val="F0F8F7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GUI Interface (After)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Dropdown menus for each SNP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 'Predict'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results with confidence bars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 file upload option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Benefits: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21945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use it, even without coding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291840"/>
            <a:ext cx="21945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Portfolio-ready application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291840"/>
            <a:ext cx="21945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to friends, family, employers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separates a school project from a real application!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tkinter: Python's Built-in GUI Library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installation needed — it comes with Python!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3657600" cy="2286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202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tkinter 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main window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'DNA Trait Predictor'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root.geometry(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'600x400'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label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tk.Label(root, text=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'Hello!'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label.pack()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= tk.Button(root, text=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'Click 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button.pack()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tkinter Widgets: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3776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Display text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2377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Single-line text input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2651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Clickable button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29260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Selection menu (OptionMenu)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3200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Container for grouping widgets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Draw shapes, charts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 Layout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3474720"/>
          </a:xfrm>
          <a:prstGeom prst="rect">
            <a:avLst/>
          </a:prstGeom>
          <a:solidFill>
            <a:srgbClr val="F0F8F7"/>
          </a:solidFill>
          <a:ln w="38100">
            <a:solidFill>
              <a:srgbClr val="014F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97280"/>
            <a:ext cx="6400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097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Trait Predictor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 Inputs: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rs12913832: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9144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rs1800407: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9144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331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rs12896399: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9144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651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320040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Predict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Color: Brown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286000"/>
            <a:ext cx="228600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2677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651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Color: Black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926080"/>
            <a:ext cx="182880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29077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Predict Button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Handling: Connecting clicks to actions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on_predict_click():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values from dropdown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snp1 = snp1_var.get()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e.g., 'AG'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snp2 = snp2_var.get()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get all SNPs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numbers (AA=0, AG=1, GG=2)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encoded_snps = encode_genotypes([snp1, snp2, ...])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prediction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predict_all_traits(encoded_snps)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result_label.config(text=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f'Eye: {results["eye"]}'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button to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predict_btn = tk.Button(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'Predict'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command=on_predict_click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Magic happens here!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Feature: CSV Upload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upload their full 23andMe dataset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0116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tkinter.filedialog 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askopenfilename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upload_csv():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file dialog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filename = askopenfilename(filetypes=[(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'CSV'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'*.csv'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filename: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 = pd.read_csv(filename)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SNPs and predict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snp_data = extract_snps(df)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predict_all_traits(snp_data)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display_results(results)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your app work with real genetic test results!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Final 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Complete 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tkinter window and layout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SNP input dropdowns (AA/AG/GG)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 Predict button to your ML pipeline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4069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results with confidence bars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017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1887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Congratulations!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60320" y="2011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a Complete AI Application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5603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Accomplished: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60320" y="3017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Mastered pandas for genetic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Trained 3 machine learning 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a professional GUI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Created a portfolio-ready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206240"/>
            <a:ext cx="91440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4206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app, update your resume, and keep building!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GUI &amp; Deployment</dc:title>
  <dc:subject>PptxGenJS Presentation</dc:subject>
  <dc:creator>DNA Trait Predictor Workshop</dc:creator>
  <cp:lastModifiedBy>DNA Trait Predictor Workshop</cp:lastModifiedBy>
  <cp:revision>1</cp:revision>
  <dcterms:created xsi:type="dcterms:W3CDTF">2026-02-16T17:35:51Z</dcterms:created>
  <dcterms:modified xsi:type="dcterms:W3CDTF">2026-02-16T17:35:51Z</dcterms:modified>
</cp:coreProperties>
</file>