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60320" y="11887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256032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Basics &amp; Data Fundamentals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2560320" y="2651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Goals: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560320" y="30175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Understand DNA structure and SNPs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Learn CSV file formats for genetic data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pandas to load and explore SNP datasets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DNA?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= Genetic Code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31520" y="18288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is a molecule that stores all the instructions for building and operating a living organism. It's made of just four letters: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2560320"/>
            <a:ext cx="365760" cy="36576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188720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Adenine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3017520"/>
            <a:ext cx="365760" cy="36576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188720" y="3063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Thymine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3474720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188720" y="3520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Cytosine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18872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Guanine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754880" y="1097280"/>
            <a:ext cx="3931920" cy="3383280"/>
          </a:xfrm>
          <a:prstGeom prst="rect">
            <a:avLst/>
          </a:prstGeom>
          <a:solidFill>
            <a:srgbClr val="F0F8F7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0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DNA Sequence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029200" y="1828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14F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ATCGATCGATCGTAGCTAGC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02920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DNA has ~3 billion of these letters!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029200" y="2926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Point: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029200" y="32004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Everyone's DNA is 99.9% identical. That 0.1% difference (about 3 million letters) makes you unique — and that's what we'll analyze!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SNPs: Single Nucleotide Polymorphisms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 'spelling differences' in DNA)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A: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377440" y="1463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800" kern="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ATCG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926080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91840" y="1463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800" kern="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B: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77440" y="1828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800" kern="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ATCG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2608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91840" y="1828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800" kern="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26080" y="1188720"/>
            <a:ext cx="182880" cy="228600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2194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SNP!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2743200"/>
            <a:ext cx="3657600" cy="548640"/>
          </a:xfrm>
          <a:prstGeom prst="rect">
            <a:avLst/>
          </a:prstGeom>
          <a:solidFill>
            <a:srgbClr val="F0F8F7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281635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are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0" y="301752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Single-letter differences in DNA between people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3383280"/>
            <a:ext cx="3657600" cy="548640"/>
          </a:xfrm>
          <a:prstGeom prst="rect">
            <a:avLst/>
          </a:prstGeom>
          <a:solidFill>
            <a:srgbClr val="F0F8F7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345643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common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365760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 million SNPs in human genome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4023360"/>
            <a:ext cx="3657600" cy="548640"/>
          </a:xfrm>
          <a:prstGeom prst="rect">
            <a:avLst/>
          </a:prstGeom>
          <a:solidFill>
            <a:srgbClr val="F0F8F7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409651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they matter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429768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SNPs determine traits like eye color, ancestry, disease risk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SNPs Are Named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1097280"/>
          </a:xfrm>
          <a:prstGeom prst="rect">
            <a:avLst/>
          </a:prstGeom>
          <a:solidFill>
            <a:srgbClr val="F0F8F7"/>
          </a:solidFill>
          <a:ln w="381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371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rs12913832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1874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 famous 'blue eye' SNP)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</a:t>
            </a:r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Reference SNP (standard naming)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12913832</a:t>
            </a:r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Unique ID number in dbSNP database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Genotypes: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3840480"/>
            <a:ext cx="164592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886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4206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copies of A (homozygous)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86200" y="3840480"/>
            <a:ext cx="164592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3886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886200" y="4206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A, one G (heterozygous)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3840480"/>
            <a:ext cx="164592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886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0" y="4206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copies of G (homozygous)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SNP Data Format: CSV Files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188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= Comma-Separated Values (like Excel, but simpler)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520" y="1737360"/>
            <a:ext cx="7680960" cy="2286000"/>
          </a:xfrm>
          <a:prstGeom prst="rect">
            <a:avLst/>
          </a:prstGeom>
          <a:solidFill>
            <a:srgbClr val="F0F8F7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example_snps.csv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194560"/>
            <a:ext cx="164592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SNP_ID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2194560"/>
            <a:ext cx="164592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Chromosome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37760" y="2194560"/>
            <a:ext cx="164592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75120" y="2194560"/>
            <a:ext cx="164592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Genotype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rs12913832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926080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37760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28365618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675120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rs1800407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92608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3776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28230318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67512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14400" y="3154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rs12896399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926080" y="3154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937760" y="3154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92773663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675120" y="3154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14400" y="3474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rs1393350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926080" y="3474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937760" y="3474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89011046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675120" y="3474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solidFill>
            <a:srgbClr val="02C39A">
              <a:alpha val="80000"/>
            </a:srgb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Each row = one SNP. This is the data format we'll use for our ML models!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pandas: Python's Data Tool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188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makes it easy to work with CSV files and tabular data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520" y="1737360"/>
            <a:ext cx="7680960" cy="25603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92024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pPr indent="0" marL="0">
              <a:buNone/>
            </a:pPr>
            <a:r>
              <a:rPr lang="en-US" sz="13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CSV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</a:t>
            </a:r>
            <a:pPr indent="0" marL="0">
              <a:buNone/>
            </a:pPr>
            <a:r>
              <a:rPr lang="en-US" sz="13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'snp_data.csv'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Display first 5 rows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(df.head())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 for specific SNP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blue_eye_snp = df[df[</a:t>
            </a:r>
            <a:pPr indent="0" marL="0">
              <a:buNone/>
            </a:pPr>
            <a:r>
              <a:rPr lang="en-US" sz="13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'SNP_ID'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== </a:t>
            </a:r>
            <a:pPr indent="0" marL="0">
              <a:buNone/>
            </a:pPr>
            <a:r>
              <a:rPr lang="en-US" sz="13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'rs12913832'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Hands-On Lab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SNP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0" y="21031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011680" y="21488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the sample dataset from OpenSNP.org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28346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011680" y="28803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the CSV file using pandas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5661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011680" y="36118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Explore: How many SNPs? What chromosomes?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71600" y="42976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011680" y="4343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for rs12913832 (the eye color SNP)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 Next Week...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716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2: Machine Learning Basics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2743200" y="21031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is a classifier?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Training vs. Testing data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 your first Random Forest model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 eye color from SNPs!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0" y="4114800"/>
            <a:ext cx="914400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4114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work today! See you next week 🚀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1: DNA Basics &amp; Data</dc:title>
  <dc:subject>PptxGenJS Presentation</dc:subject>
  <dc:creator>DNA Trait Predictor Workshop</dc:creator>
  <cp:lastModifiedBy>DNA Trait Predictor Workshop</cp:lastModifiedBy>
  <cp:revision>1</cp:revision>
  <dcterms:created xsi:type="dcterms:W3CDTF">2026-02-16T17:30:36Z</dcterms:created>
  <dcterms:modified xsi:type="dcterms:W3CDTF">2026-02-16T17:30:36Z</dcterms:modified>
</cp:coreProperties>
</file>