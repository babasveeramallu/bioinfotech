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0320" y="1188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2560320" y="164592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Basics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2560320" y="2651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Goals: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560320" y="30175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Understand how classification works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 train/test splits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a Random Forest model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 eye color from SNP data!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Classification?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280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a computer to put things into categories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solidFill>
            <a:srgbClr val="F0F8F7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9933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Spam Filter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2240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text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06240" y="2148840"/>
            <a:ext cx="457200" cy="182880"/>
          </a:xfrm>
          <a:prstGeom prst="rightArrow">
            <a:avLst/>
          </a:prstGeom>
          <a:solidFill>
            <a:srgbClr val="2C3E50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2240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OR Not Spam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solidFill>
            <a:srgbClr val="F0F8F7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7249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Recognition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2971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pixels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06240" y="2880360"/>
            <a:ext cx="457200" cy="182880"/>
          </a:xfrm>
          <a:prstGeom prst="rightArrow">
            <a:avLst/>
          </a:prstGeom>
          <a:solidFill>
            <a:srgbClr val="2C3E50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2971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OR Dog OR Bird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" y="3383280"/>
            <a:ext cx="7680960" cy="640080"/>
          </a:xfrm>
          <a:prstGeom prst="rect">
            <a:avLst/>
          </a:prstGeom>
          <a:solidFill>
            <a:srgbClr val="F0F8F7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4564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Project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4400" y="3703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SNP genotypes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06240" y="3611880"/>
            <a:ext cx="457200" cy="182880"/>
          </a:xfrm>
          <a:prstGeom prst="rightArrow">
            <a:avLst/>
          </a:prstGeom>
          <a:solidFill>
            <a:srgbClr val="2C3E50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3703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OR Green OR Brown eyes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The model learns patterns from examples, then predicts new cases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 vs. Testing Data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Dataset (100%)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solidFill>
            <a:srgbClr val="F0F8F7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97680" y="2103120"/>
            <a:ext cx="548640" cy="365760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2651760"/>
            <a:ext cx="5943600" cy="1188720"/>
          </a:xfrm>
          <a:prstGeom prst="rect">
            <a:avLst/>
          </a:prstGeom>
          <a:solidFill>
            <a:srgbClr val="028090">
              <a:alpha val="80000"/>
            </a:srgbClr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743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 (80%)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2004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Model learns from this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Finds patterns: 'AG at rs12913832 → Brown eyes'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0" y="2651760"/>
            <a:ext cx="1554480" cy="1188720"/>
          </a:xfrm>
          <a:prstGeom prst="rect">
            <a:avLst/>
          </a:prstGeom>
          <a:solidFill>
            <a:srgbClr val="00A896">
              <a:alpha val="80000"/>
            </a:srgbClr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2743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(20%)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49440" y="3200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Unseen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accuracy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4023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split the data?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test on the same data we trained on, the model just memorizes answers (like cheating on a test you've already seen). Testing on NEW data shows if it truly learned patterns.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Classifier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ML Algorithm of Choice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137160" cy="27432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1645920"/>
            <a:ext cx="41148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2286000"/>
            <a:ext cx="137160" cy="27432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7" name="Shape 5"/>
          <p:cNvSpPr/>
          <p:nvPr/>
        </p:nvSpPr>
        <p:spPr>
          <a:xfrm>
            <a:off x="2148840" y="1920240"/>
            <a:ext cx="41148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0" y="2103120"/>
            <a:ext cx="137160" cy="27432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9" name="Shape 7"/>
          <p:cNvSpPr/>
          <p:nvPr/>
        </p:nvSpPr>
        <p:spPr>
          <a:xfrm>
            <a:off x="3063240" y="1737360"/>
            <a:ext cx="41148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0" y="2468880"/>
            <a:ext cx="137160" cy="27432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1" name="Shape 9"/>
          <p:cNvSpPr/>
          <p:nvPr/>
        </p:nvSpPr>
        <p:spPr>
          <a:xfrm>
            <a:off x="3977640" y="2103120"/>
            <a:ext cx="41148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1920240"/>
            <a:ext cx="137160" cy="27432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3" name="Shape 11"/>
          <p:cNvSpPr/>
          <p:nvPr/>
        </p:nvSpPr>
        <p:spPr>
          <a:xfrm>
            <a:off x="4892040" y="1554480"/>
            <a:ext cx="41148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2194560"/>
            <a:ext cx="137160" cy="27432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5" name="Shape 13"/>
          <p:cNvSpPr/>
          <p:nvPr/>
        </p:nvSpPr>
        <p:spPr>
          <a:xfrm>
            <a:off x="5806440" y="1828800"/>
            <a:ext cx="41148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2377440"/>
            <a:ext cx="137160" cy="27432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0840" y="2011680"/>
            <a:ext cx="41148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2011680"/>
            <a:ext cx="137160" cy="27432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19" name="Shape 17"/>
          <p:cNvSpPr/>
          <p:nvPr/>
        </p:nvSpPr>
        <p:spPr>
          <a:xfrm>
            <a:off x="7178040" y="1645920"/>
            <a:ext cx="41148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2743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🌳 = Decision Tree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3566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Create 100 decision trees (a 'forest')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Each tree makes a prediction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Trees 'vote' on the final answer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Majority wins! (e.g., 73 trees say 'Brown' → prediction = Brown)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solidFill>
            <a:srgbClr val="F0F8F7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4805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Random Forest? It's accurate, handles complex patterns, and doesn't overfit easily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Model in Python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scikit-learn library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31089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sklearn.ensemble </a:t>
            </a:r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RandomForestClassifier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sklearn.model_selection </a:t>
            </a:r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train_test_split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Split data (80% train, 20% test)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snp_features, eye_colors, test_size=</a:t>
            </a:r>
            <a:pPr indent="0" marL="0">
              <a:buNone/>
            </a:pPr>
            <a:r>
              <a:rPr lang="en-US" sz="12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random_state=</a:t>
            </a:r>
            <a:pPr indent="0" marL="0">
              <a:buNone/>
            </a:pPr>
            <a:r>
              <a:rPr lang="en-US" sz="12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the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RandomForestClassifier(n_estimators=</a:t>
            </a:r>
            <a:pPr indent="0" marL="0">
              <a:buNone/>
            </a:pPr>
            <a:r>
              <a:rPr lang="en-US" sz="12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max_depth=</a:t>
            </a:r>
            <a:pPr indent="0" marL="0">
              <a:buNone/>
            </a:pPr>
            <a:r>
              <a:rPr lang="en-US" sz="12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 the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accuracy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 = model.score(X_test, y_test)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f'Accuracy: {accuracy:.2%}'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Predictions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286000" cy="1097280"/>
          </a:xfrm>
          <a:prstGeom prst="rect">
            <a:avLst/>
          </a:prstGeom>
          <a:solidFill>
            <a:srgbClr val="F0F8F7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rs12913832: AG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rs1800407: GG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rs12896399: AA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828800"/>
            <a:ext cx="731520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0" y="1371600"/>
            <a:ext cx="2286000" cy="10972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Model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731520" cy="27432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1371600"/>
            <a:ext cx="1188720" cy="109728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0" y="155448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7680960" cy="13716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918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New person's SNP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new_snps = [[</a:t>
            </a:r>
            <a:pPr indent="0" marL="0">
              <a:buNone/>
            </a:pPr>
            <a:r>
              <a:rPr lang="en-US" sz="12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1, 2, 0, 1, 2, 0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  </a:t>
            </a:r>
            <a:pPr indent="0" marL="0">
              <a:buNone/>
            </a:pPr>
            <a:r>
              <a:rPr lang="en-US" sz="12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 SNP genotypes (encoded as numbers)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Predict eye color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 = model.predict(new_snps)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= model.predict_proba(new_snps).max()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f'Predicted: {prediction[0]} ({confidence:.0%} confident)'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Hands-On Lab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F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Eye Color Predictor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21031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11680" y="2148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the eye_color_train.csv dataset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2743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011680" y="2788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train/test sets (80/20)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383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011680" y="3429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 Random Forest classifier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40233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11680" y="4069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accuracy on test data</a:t>
            </a:r>
            <a:endParaRPr lang="en-US" sz="1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200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4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 Next Week...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71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3: Multi-Trait Models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2743200" y="21031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 hair color classifier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ancestry predictor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 unified pipeline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confidence scores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0" y="4114800"/>
            <a:ext cx="91440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4114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work! You just built your first ML model 🎉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2: Machine Learning Basics</dc:title>
  <dc:subject>PptxGenJS Presentation</dc:subject>
  <dc:creator>DNA Trait Predictor Workshop</dc:creator>
  <cp:lastModifiedBy>DNA Trait Predictor Workshop</cp:lastModifiedBy>
  <cp:revision>1</cp:revision>
  <dcterms:created xsi:type="dcterms:W3CDTF">2026-02-16T17:32:20Z</dcterms:created>
  <dcterms:modified xsi:type="dcterms:W3CDTF">2026-02-16T17:32:20Z</dcterms:modified>
</cp:coreProperties>
</file>