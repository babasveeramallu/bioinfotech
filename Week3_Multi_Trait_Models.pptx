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0" y="1188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56032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Multi-Trait ML Models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560320" y="2651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60320" y="30175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hair color classifier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ancestry predictor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unified prediction pipeline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confidence scores to all predictions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 Color Genetics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MC1R Gene &amp; Friends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64008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463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719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eumelanin</a:t>
            </a:r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MC1R variants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657600" cy="64008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5C403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450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eumelanin</a:t>
            </a:r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TYR, TYRP1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3657600" cy="64008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F4E4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926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182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pigment</a:t>
            </a:r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KITLG gene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3657600" cy="64008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C139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657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9136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Pheomelanin</a:t>
            </a:r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MC1R (rs1805007)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3657600" cy="2743200"/>
          </a:xfrm>
          <a:prstGeom prst="rect">
            <a:avLst/>
          </a:prstGeom>
          <a:solidFill>
            <a:srgbClr val="F0F8F7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Approach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19202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SNPs from hair pigment genes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categories (black, brown, blonde, red)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HIrisPlex dataset + simulated samples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algorithm: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(100 trees, max_depth=10)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Ancestry Prediction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Ancestry Informative Markers (AIMs)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1828800"/>
            <a:ext cx="1463040" cy="731520"/>
          </a:xfrm>
          <a:prstGeom prst="rect">
            <a:avLst/>
          </a:prstGeom>
          <a:solidFill>
            <a:srgbClr val="3498D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874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77440" y="1828800"/>
            <a:ext cx="1463040" cy="73152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377440" y="1874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37744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828800"/>
            <a:ext cx="1463040" cy="73152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023360" y="1874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02336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Asian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1828800"/>
            <a:ext cx="1463040" cy="73152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0" y="1874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66928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Asian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0" y="1828800"/>
            <a:ext cx="1463040" cy="73152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0" y="1874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31520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American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Difference: Instead of predicting a SINGLE class, we predict PERCENTAGES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Output: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4114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200400" y="4114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029200" y="4114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58000" y="4114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Unified Pipeline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 to predict all traits at once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1828800"/>
            <a:ext cx="7680960" cy="25603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01168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pickle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predict_all_traits(snp_data):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all three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eye_model = pickle.load(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'eye_color_rf.pkl'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'rb'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hair_model = pickle.load(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'hair_color_rf.pkl'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'rb'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ancestry_model = pickle.load(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'ancestry_rf.pkl'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'rb'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Make predictions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'eye_color'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eye_model.predict(snp_data)[</a:t>
            </a:r>
            <a:pPr indent="0" marL="0">
              <a:buNone/>
            </a:pPr>
            <a:r>
              <a:rPr lang="en-US" sz="11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'hair_color'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hair_model.predict(snp_data)[</a:t>
            </a:r>
            <a:pPr indent="0" marL="0">
              <a:buNone/>
            </a:pPr>
            <a:r>
              <a:rPr lang="en-US" sz="11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'ancestry'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ancestry_model.predict_proba(snp_data)[</a:t>
            </a:r>
            <a:pPr indent="0" marL="0">
              <a:buNone/>
            </a:pPr>
            <a:r>
              <a:rPr lang="en-US" sz="11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Confidence Scores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confidence matters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predictions are equally certain. Confidence scores tell us how sure the model 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solidFill>
            <a:srgbClr val="F0F8F7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eyes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2011680"/>
            <a:ext cx="2944368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65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solidFill>
            <a:srgbClr val="F0F8F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Blonde hair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2743200"/>
            <a:ext cx="2144268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697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confidence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solidFill>
            <a:srgbClr val="F0F8F7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eyes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3474720"/>
            <a:ext cx="1536192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429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3429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confidence with predict_proba():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4805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= model.predict_proba(snp_data).max() * 100  # Convert to percentage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Hands-On Lab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Trait Prediction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2148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hair color classifier (8 SNPs)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2788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ancestry predictor (50+ SNPs)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383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11680" y="3429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predict_all_traits() function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4023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11680" y="4069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sample data with confidence scores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017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 Week...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GUI &amp; Deployment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43200" y="2103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tkinter interface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input forms for SNPs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 results with confidence bars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as standalone app!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Fantastic! You now have 3 working ML models 🎊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Multi-Trait Models</dc:title>
  <dc:subject>PptxGenJS Presentation</dc:subject>
  <dc:creator>DNA Trait Predictor Workshop</dc:creator>
  <cp:lastModifiedBy>DNA Trait Predictor Workshop</cp:lastModifiedBy>
  <cp:revision>1</cp:revision>
  <dcterms:created xsi:type="dcterms:W3CDTF">2026-02-16T17:35:50Z</dcterms:created>
  <dcterms:modified xsi:type="dcterms:W3CDTF">2026-02-16T17:35:50Z</dcterms:modified>
</cp:coreProperties>
</file>